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1389888"/>
            <a:ext cx="105156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6420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MODEL EVALUATION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029968"/>
            <a:ext cx="102412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ประเมินประสิทธิภาพโมเดล</a:t>
            </a:r>
            <a:br/>
            <a:r>
              <a:rPr sz="3000" b="1">
                <a:solidFill>
                  <a:srgbClr val="FFFFFF"/>
                </a:solidFill>
                <a:latin typeface="Arial"/>
              </a:rPr>
              <a:t>ด้วย Resubstitution, Holdout และ K-Fold 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93008"/>
            <a:ext cx="9875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ทำไมค่าความผิดพลาดที่วัดได้ จึงไม่เท่ากับ Eout จริงเสมอ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Assignment 2  •  Performance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รายงานผลการทดลอง  |  Machine Learning — Week 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4617720"/>
            <a:ext cx="228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46451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ผู้จัดทำ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95604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นายกฤตชัย พรายศรี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โจทย์และการตั้งค่าการทดลอง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4983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D6A4F"/>
                </a:solidFill>
                <a:latin typeface="Arial"/>
              </a:rPr>
              <a:t>เราจะประมาณ Eout ของโมเดล</a:t>
            </a:r>
            <a:br/>
            <a:r>
              <a:rPr sz="2300" b="1">
                <a:solidFill>
                  <a:srgbClr val="2D6A4F"/>
                </a:solidFill>
                <a:latin typeface="Arial"/>
              </a:rPr>
              <a:t>จากข้อมูลชุดเดียวได้อย่างไร?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4203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เปรียบเทียบวิธีวัด error กับค่า true Eout ที่รู้จากการจำลอง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เป้าหมาย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f(x) = sin(πx)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x ~ U(−1,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96528" y="123444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1234440"/>
            <a:ext cx="73152" cy="14630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6" y="138074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77F00"/>
                </a:solidFill>
                <a:latin typeface="Arial"/>
              </a:rPr>
              <a:t>โมเดล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6" y="170992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Constant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Linear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2971800"/>
            <a:ext cx="73152" cy="14630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0488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ข้อมูล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212529"/>
                </a:solidFill>
                <a:latin typeface="Arial"/>
              </a:rPr>
              <a:t>n = 20</a:t>
            </a:r>
            <a:br/>
            <a:r>
              <a:rPr sz="1900" b="0">
                <a:solidFill>
                  <a:srgbClr val="212529"/>
                </a:solidFill>
                <a:latin typeface="Arial"/>
              </a:rPr>
              <a:t>σ = 0.3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96528" y="2971800"/>
            <a:ext cx="260604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96528" y="2971800"/>
            <a:ext cx="73152" cy="14630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7696" y="3118104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62828"/>
                </a:solidFill>
                <a:latin typeface="Arial"/>
              </a:rPr>
              <a:t>การทดลอง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447288"/>
            <a:ext cx="2240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2,000 ชุดข้อมูล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5-Fold 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709160"/>
            <a:ext cx="5413248" cy="9144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9320" y="4709160"/>
            <a:ext cx="73152" cy="9144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4855464"/>
            <a:ext cx="5047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6A4F"/>
                </a:solidFill>
                <a:latin typeface="Arial"/>
              </a:rPr>
              <a:t>ค่าอ้างอิง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5184648"/>
            <a:ext cx="50474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true Eout คำนวณบน grid 4,000 จุด และบวก noise² เพื่อสะท้อนข้อมูลใหม่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วิธีวัดผล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สามวิธีประมาณความผิดพลาด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C757D"/>
                </a:solidFill>
                <a:latin typeface="Arial"/>
              </a:rPr>
              <a:t>แต่ละวิธีใช้ข้อมูลไม่เหมือนกัน จึงมี bias และ variance ต่างกัน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01  Resubstitution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ฝึกและทดสอบบนข้อมูลชุดเดียวกัน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มักประเมิน error ต่ำเกินจริง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เพราะโมเดลเคยเห็นข้อมูลแล้ว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3401568" cy="2148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91640"/>
            <a:ext cx="73152" cy="21488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02  Holdout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แบ่งข้อมูลเป็น train / test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สะท้อนข้อมูลใหม่ได้ดีขึ้น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แต่ผลขึ้นกับสัดส่วนที่แบ่ง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691640"/>
            <a:ext cx="3401568" cy="21488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2" y="1691640"/>
            <a:ext cx="73152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3794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K-Fold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67128"/>
            <a:ext cx="3035808" cy="1581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แบ่งเป็น k folds แล้วสลับ</a:t>
            </a:r>
            <a:br/>
            <a:r>
              <a:rPr sz="1600" b="0">
                <a:solidFill>
                  <a:srgbClr val="212529"/>
                </a:solidFill>
                <a:latin typeface="Arial"/>
              </a:rPr>
              <a:t>ชุด validation ให้ครบทุก fold</a:t>
            </a:r>
            <a:br/>
            <a:br/>
            <a:r>
              <a:rPr sz="1600" b="0">
                <a:solidFill>
                  <a:srgbClr val="212529"/>
                </a:solidFill>
                <a:latin typeface="Arial"/>
              </a:rPr>
              <a:t>ใช้ข้อมูลคุ้มกว่า holdout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315968"/>
            <a:ext cx="10863072" cy="98755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8970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วัดคุณภาพตัวประมาณ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10149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Bias = E[estimate − true Eout]    |    Variance = Var(estimate)    |    MSE = E[(estimate − true Eout)²]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ผลการทดลอง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Bias / Variance / MSE ของตัวประมาณ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Resubstitution มีแนวโน้มติดลบ เพราะประเมิน error ต่ำกว่าความจริง</a:t>
            </a:r>
          </a:p>
        </p:txBody>
      </p:sp>
      <p:pic>
        <p:nvPicPr>
          <p:cNvPr id="8" name="Picture 7" descr="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98701"/>
            <a:ext cx="11045952" cy="44183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แกนตั้ง = estimate − true Eout  |  เส้นดำ = 0  |  สามเหลี่ยมสีเขียว = ค่าเฉลี่ย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ผลของสัดส่วน Holdout และจำนวน fold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Holdout ที่ใช้ข้อมูลฝึกน้อยเกินไปมี variance สูงมาก ส่วน K-Fold นิ่งขึ้นเมื่อ k เพิ่ม</a:t>
            </a:r>
          </a:p>
        </p:txBody>
      </p:sp>
      <p:pic>
        <p:nvPicPr>
          <p:cNvPr id="8" name="Picture 7" descr="p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09" y="1399032"/>
            <a:ext cx="10554788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ซ้าย: เปลี่ยนสัดส่วน train ของ Holdout  |  ขวา: เปลี่ยน k ของ K-Fold  |  ค่าที่ต่ำกว่ามักหมายถึง variance น้อยกว่า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ผลของจำนวนข้อมูลและระดับ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24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เมื่อ n เพิ่ม variance ลดลง; เมื่อ σ เพิ่ม variance สูงขึ้น โดย Holdout และ Linear ได้รับผลชัดที่สุด</a:t>
            </a:r>
          </a:p>
        </p:txBody>
      </p:sp>
      <p:pic>
        <p:nvPicPr>
          <p:cNvPr id="8" name="Picture 7" descr="p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60068"/>
            <a:ext cx="11045952" cy="4295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610819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แถวบน = Constant  |  แถวล่าง = Linear  |  น้ำเงิน = Resub  |  ส้ม = Holdout  |  เขียว = K-Fold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6400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04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สรุป: เลือกวิธีวัดผลให้เหมาะกับข้อมูล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3152" cy="30632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77F00"/>
                </a:solidFill>
                <a:latin typeface="Arial"/>
              </a:rPr>
              <a:t>01  Resub ต่ำเกินจริง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การทดสอบบนชุดฝึก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ทำให้ error ดูดีเกินไป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→ ใช้ดู fit เบื้องต้น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แต่อย่าใช้แทน Eout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298448"/>
            <a:ext cx="3401568" cy="3063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02  แบ่งข้อมูลมีผล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Holdout ไวต่อสัดส่วน train / test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K-Fold ใช้ข้อมูลคุ้มกว่า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และมักมี variance ต่ำลงเมื่อ k เพิ่ม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298448"/>
            <a:ext cx="3401568" cy="306324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298448"/>
            <a:ext cx="73152" cy="3063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444751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Arial"/>
              </a:rPr>
              <a:t>03  ข้อมูลช่วยลด 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73936"/>
            <a:ext cx="3035808" cy="2496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212529"/>
                </a:solidFill>
                <a:latin typeface="Arial"/>
              </a:rPr>
              <a:t>เพิ่ม n ทำให้ค่าประมาณนิ่งขึ้น</a:t>
            </a:r>
            <a:br/>
            <a:br/>
            <a:r>
              <a:rPr sz="1800" b="0">
                <a:solidFill>
                  <a:srgbClr val="212529"/>
                </a:solidFill>
                <a:latin typeface="Arial"/>
              </a:rPr>
              <a:t>noise สูงขึ้น → variance สูงขึ้น</a:t>
            </a:r>
            <a:br/>
            <a:r>
              <a:rPr sz="1800" b="0">
                <a:solidFill>
                  <a:srgbClr val="212529"/>
                </a:solidFill>
                <a:latin typeface="Arial"/>
              </a:rPr>
              <a:t>โดยเฉพาะ Linear + Holdout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983480"/>
            <a:ext cx="1001268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157216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6A4F"/>
                </a:solidFill>
                <a:latin typeface="Arial"/>
              </a:rPr>
              <a:t>ประโยคสรุปสำหรับการนำเสนอ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04104"/>
            <a:ext cx="9372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การวัดผลที่ดีต้องเลียนแบบข้อมูลใหม่ให้มากที่สุด และต้องพิจารณา bias กับ variance ไปพร้อมกัน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7772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4  |  Performance Estimation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