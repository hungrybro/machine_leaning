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1389888"/>
            <a:ext cx="105156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642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BIAS–VARIANCE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029968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Bias² และ Variance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ผ่านภาพและการจำลอง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6432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ทำไมโมเดลที่ซับซ้อนกว่า ไม่ได้แปลว่าดีกว่าเสมอ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sin(πx)  •  x²  • 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รายงานผลการทดลอง  |  Machine Learning — Week 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4617720"/>
            <a:ext cx="228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46451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ผู้จัดทำ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95604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นายกฤตชัย พรายศรี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บทนำ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อ่านผลอย่างไร: Bias–Variance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0835640" cy="804672"/>
          </a:xfrm>
          <a:prstGeom prst="round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0469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500" b="1">
                <a:solidFill>
                  <a:srgbClr val="212529"/>
                </a:solidFill>
                <a:latin typeface="Arial"/>
              </a:rPr>
              <a:t>E_out  =  Bias²  +  Variance  +  Noise²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นิยามสำคัญ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26080"/>
            <a:ext cx="54864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443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A4F"/>
                </a:solidFill>
                <a:latin typeface="Arial"/>
              </a:rPr>
              <a:t>Bias²  |  ความเอนเอียง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โมเดลเฉลี่ยห่างจาก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ฟังก์ชันเป้าหมายแค่ไหน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สูง = โมเดลเรียบเกินไป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926080"/>
            <a:ext cx="54864" cy="19202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9443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7F00"/>
                </a:solidFill>
                <a:latin typeface="Arial"/>
              </a:rPr>
              <a:t>Variance  |  ความแปรปรวน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310128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โมเดลแกว่งมากแค่ไหน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เมื่อเปลี่ยนชุดข้อมูลฝึก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สูง = ไวต่อข้อมูลมาก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4" y="2926080"/>
            <a:ext cx="54864" cy="19202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94436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D62828"/>
                </a:solidFill>
                <a:latin typeface="Arial"/>
              </a:rPr>
              <a:t>Noise²  |  สัญญาณรบกวน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310128"/>
            <a:ext cx="2834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ความคลาดเคลื่อนที่ลดไม่ได้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จากข้อมูลที่มี noise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σ เพิ่ม → Eout สูงขึ้น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4440" y="5230368"/>
            <a:ext cx="9738360" cy="65836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1328" y="5413248"/>
            <a:ext cx="9235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ประเด็นสำคัญ: เป้าหมายคือ Eout ต่ำ ไม่ใช่แค่ Ein ต่ำบนชุดฝึก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ผลลัพธ์ Bias-Variance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ผลลัพธ์เมื่อเป้าหมายคือ sin(πx)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ค่าเฉลี่ยจากการสุ่มชุดข้อมูลฝึก n = 2 จำนวน 50,000 ชุด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44752"/>
          <a:ext cx="11045951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Bias²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Variance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(sim)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0.5000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0.7500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0.7491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0.2060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1.6703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1.8763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1.8625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Linear ผ่านจุดกำเนิด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0.2718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0.2372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0.5090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0.5151</a:t>
                      </a:r>
                    </a:p>
                  </a:txBody>
                  <a:tcPr anchor="ctr" marL="54864" marR="54864" marT="18288" marB="18288">
                    <a:solidFill>
                      <a:srgbClr val="DFF2E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0416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407408"/>
            <a:ext cx="54864" cy="10058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16552"/>
            <a:ext cx="105613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Linear มี Bias² ต่ำ  แต่ Variance สูงมาก    ผู้ชนะ: Linear ผ่านจุดกำเนิด  เพราะ Eout ต่ำสุด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คำนวณมือ: จาก คำนวณมือ.pdf  |  โค้ด: simulation จาก results.json  |  สีเขียวอ่อน = Eout จากโค้ดต่ำสุด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ผลลัพธ์ Bias-Variance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ผลลัพธ์เมื่อเป้าหมายคือ x²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ค่าเฉลี่ยจากการสุ่มชุดข้อมูลฝึก n = 2 จำนวน 50,000 ชุด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44752"/>
          <a:ext cx="11045951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Bias²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Variance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(sim)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0.0889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0.0444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0.1333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0.1346</a:t>
                      </a:r>
                    </a:p>
                  </a:txBody>
                  <a:tcPr anchor="ctr" marL="54864" marR="54864" marT="18288" marB="18288">
                    <a:solidFill>
                      <a:srgbClr val="DFF2E3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0.2000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0.3333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0.5333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0.5414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 ผ่านจุดกำเนิด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0.1147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0.3147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0.3182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0416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407408"/>
            <a:ext cx="54864" cy="10058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16552"/>
            <a:ext cx="105613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Constant ชนะอย่างชัดเจน  เพราะ x² สมมาตร    ความซับซ้อนเพิ่มขึ้น  ไม่ได้ช่วยให้ Eout ต่ำลง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คำนวณมือ: จาก คำนวณมือ.pdf  |  โค้ด: simulation จาก results.json  |  สีเขียวอ่อน = Eout จากโค้ดต่ำสุด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ภาพประกอบ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ภาพรวม: โมเดลเฉลี่ยและความแกว่ง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verage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616" y="1170432"/>
            <a:ext cx="9172575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614476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เส้นเขียว = เป้าหมายจริง  |  เส้นประแดง = โมเดลเฉลี่ย  |  แถบแดง = ±1 std  |  เส้นเทา = ตัวอย่างโมเดลจากชุดข้อมูลต่างกัน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ภาพประกอบ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Learning Curve: เมื่อเพิ่มจำนวนข้อมูล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616" y="1170432"/>
            <a:ext cx="9172575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614476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เส้นประ = Ein  |  เส้นทึบ = Eout  |  สีน้ำเงิน = σ 0.0  |  สีส้ม = σ 0.3  |  อ่านแนวโน้มจากซ้ายไปขวาเมื่อ n เพิ่มขึ้น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